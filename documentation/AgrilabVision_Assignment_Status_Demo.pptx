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AgrilabVision — Project Status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Assignment update · 2026-04-06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project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Stack: FastAPI backend + Expo (React Native) mobile app (replaced prior HTML/CSS/JS web UI).</a:t>
            </a:r>
          </a:p>
          <a:p>
            <a:pPr>
              <a:defRPr sz="2000"/>
            </a:pPr>
            <a:r>
              <a:t>Backend: REST API, SQLite, user auth (JWT), soil photo analysis via Gemini, weather/map integrations.</a:t>
            </a:r>
          </a:p>
          <a:p>
            <a:pPr>
              <a:defRPr sz="2000"/>
            </a:pPr>
            <a:r>
              <a:t>Mobile: soil image analysis, map &amp; weather screen, location permissions, configurable API base URL.</a:t>
            </a:r>
          </a:p>
          <a:p>
            <a:pPr>
              <a:defRPr sz="2000"/>
            </a:pPr>
            <a:r>
              <a:t>Development: phone reaches PC via EXPO_PUBLIC_API_BASE_URL (LAN IP); Windows firewall may require port 8000.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Updated Gantt chart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97280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2108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542108">
                <a:tc>
                  <a:txBody>
                    <a:bodyPr/>
                    <a:lstStyle/>
                    <a:p>
                      <a:r>
                        <a:t>Web prototype (HTML/CSS/JS)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542108">
                <a:tc>
                  <a:txBody>
                    <a:bodyPr/>
                    <a:lstStyle/>
                    <a:p>
                      <a:r>
                        <a:t>Mobile migration (Expo / React Native)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542108">
                <a:tc>
                  <a:txBody>
                    <a:bodyPr/>
                    <a:lstStyle/>
                    <a:p>
                      <a:r>
                        <a:t>Auth API + mobile login &amp; registration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542108">
                <a:tc>
                  <a:txBody>
                    <a:bodyPr/>
                    <a:lstStyle/>
                    <a:p>
                      <a:r>
                        <a:t>Soil AI + map/weather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</a:tr>
              <a:tr h="542108">
                <a:tc>
                  <a:txBody>
                    <a:bodyPr/>
                    <a:lstStyle/>
                    <a:p>
                      <a:r>
                        <a:t>Network stability (LAN / firewall / device testing)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</a:tr>
              <a:tr h="542112">
                <a:tc>
                  <a:txBody>
                    <a:bodyPr/>
                    <a:lstStyle/>
                    <a:p>
                      <a:r>
                        <a:t>Production build &amp;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Functionality added (recent session — include in 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Authentication: dedicated Auth screen with Sign in vs Create account modes.</a:t>
            </a:r>
          </a:p>
          <a:p>
            <a:pPr>
              <a:defRPr sz="2000"/>
            </a:pPr>
            <a:r>
              <a:t>Registration: first/last name, age, user type (farmer / student / researcher), email, password.</a:t>
            </a:r>
          </a:p>
          <a:p>
            <a:pPr>
              <a:defRPr sz="2000"/>
            </a:pPr>
            <a:r>
              <a:t>Login: email + password; JWT stored with AsyncStorage for persistent session.</a:t>
            </a:r>
          </a:p>
          <a:p>
            <a:pPr>
              <a:defRPr sz="2000"/>
            </a:pPr>
            <a:r>
              <a:t>UX: Show / Hide password toggle on the password field.</a:t>
            </a:r>
          </a:p>
          <a:p>
            <a:pPr>
              <a:defRPr sz="2000"/>
            </a:pPr>
            <a:r>
              <a:t>Navigation: unauthenticated users see Auth only; after login, Home → Analyze → Map &amp; weather; Log out on Home.</a:t>
            </a:r>
          </a:p>
          <a:p>
            <a:pPr>
              <a:defRPr sz="2000"/>
            </a:pPr>
            <a:r>
              <a:t>Configuration: EXPO_PUBLIC_API_BASE_URL in mobile/.env for API base URL (not Expo Go URL).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Finalize reliable phone-to-PC connectivity (firewall rule TCP 8000, or hotspot / tunnel if AP isolation).</a:t>
            </a:r>
          </a:p>
          <a:p>
            <a:pPr>
              <a:defRPr sz="2000"/>
            </a:pPr>
            <a:r>
              <a:t>Ensure GEMINI_API_KEY is in project root .env for soil analysis; rotate any leaked keys.</a:t>
            </a:r>
          </a:p>
          <a:p>
            <a:pPr>
              <a:defRPr sz="2000"/>
            </a:pPr>
            <a:r>
              <a:t>Optional: send Authorization: Bearer &lt;token&gt; on protected routes when backend requires it.</a:t>
            </a:r>
          </a:p>
          <a:p>
            <a:pPr>
              <a:defRPr sz="2000"/>
            </a:pPr>
            <a:r>
              <a:t>End-to-end test: register → login → analyze soil photo → map/weather → logout.</a:t>
            </a:r>
          </a:p>
          <a:p>
            <a:pPr>
              <a:defRPr sz="2000"/>
            </a:pPr>
            <a:r>
              <a:t>Prepare store-ready build (EAS) and demo recording for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outline (what to show live)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1) Terminal A: uvicorn app.main:app --reload --host 0.0.0.0 --port 8000</a:t>
            </a:r>
          </a:p>
          <a:p>
            <a:pPr>
              <a:defRPr sz="2000"/>
            </a:pPr>
            <a:r>
              <a:t>2) Terminal B: cd mobile &amp;&amp; npx expo start — open app in Expo Go.</a:t>
            </a:r>
          </a:p>
          <a:p>
            <a:pPr>
              <a:defRPr sz="2000"/>
            </a:pPr>
            <a:r>
              <a:t>3) Show Auth: create account OR sign in; demonstrate Show/Hide password.</a:t>
            </a:r>
          </a:p>
          <a:p>
            <a:pPr>
              <a:defRPr sz="2000"/>
            </a:pPr>
            <a:r>
              <a:t>4) Home: greeting + navigate to Soil analysis — pick/take photo — Analyze soil (Gemini).</a:t>
            </a:r>
          </a:p>
          <a:p>
            <a:pPr>
              <a:defRPr sz="2000"/>
            </a:pPr>
            <a:r>
              <a:t>5) Map, weather &amp; AI advice screen (location permission if prompted).</a:t>
            </a:r>
          </a:p>
          <a:p>
            <a:pPr>
              <a:defRPr sz="2000"/>
            </a:pPr>
            <a:r>
              <a:t>6) Return Home — Log out — back to Auth screen.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